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58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7F927-D429-496F-81FE-BEE858F0BC37}" v="40" dt="2026-05-29T01:08:47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2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0217F-FABB-4402-A625-CF94F30C5FA7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ECAE2-C5D1-448E-97E5-89354AFCD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11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ECAE2-C5D1-448E-97E5-89354AFCDB1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638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80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2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8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2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1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0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2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0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2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1814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8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27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96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84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7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18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Bike Rental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b="1" dirty="0"/>
              <a:t>Bike Sharing Demand Analysis</a:t>
            </a:r>
          </a:p>
          <a:p>
            <a:r>
              <a:rPr lang="en-US" sz="8000" dirty="0"/>
              <a:t>Data Analysis Project</a:t>
            </a:r>
          </a:p>
          <a:p>
            <a:r>
              <a:rPr lang="en-US" sz="8000" dirty="0"/>
              <a:t>Using Excel  / Power BI</a:t>
            </a:r>
          </a:p>
          <a:p>
            <a:r>
              <a:rPr lang="en-US" sz="8000" dirty="0"/>
              <a:t>Prepared by: Damini Sadh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391508"/>
            <a:ext cx="6347714" cy="364985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Temperature</a:t>
            </a:r>
          </a:p>
          <a:p>
            <a:r>
              <a:rPr lang="en-US" dirty="0"/>
              <a:t>Weather conditions</a:t>
            </a:r>
          </a:p>
          <a:p>
            <a:r>
              <a:rPr lang="en-US" dirty="0"/>
              <a:t>Windspeed</a:t>
            </a:r>
          </a:p>
          <a:p>
            <a:r>
              <a:rPr lang="en-US" dirty="0"/>
              <a:t>Weekdays</a:t>
            </a:r>
          </a:p>
          <a:p>
            <a:r>
              <a:rPr lang="en-US" dirty="0"/>
              <a:t>Holidays</a:t>
            </a:r>
          </a:p>
          <a:p>
            <a:r>
              <a:rPr lang="en-US" dirty="0"/>
              <a:t>Working days</a:t>
            </a:r>
          </a:p>
          <a:p>
            <a:r>
              <a:rPr lang="en-US" dirty="0"/>
              <a:t>The objective is to identify patterns affecting bike rental demand and derive meaningful business insights.</a:t>
            </a:r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5C7BD-626E-FEBD-FCFD-3AD045D666FD}"/>
              </a:ext>
            </a:extLst>
          </p:cNvPr>
          <p:cNvSpPr txBox="1"/>
          <p:nvPr/>
        </p:nvSpPr>
        <p:spPr>
          <a:xfrm>
            <a:off x="858129" y="1702191"/>
            <a:ext cx="6099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analyzes bike-sharing demand based on different environmental and seasonal factors such as: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75626-7C87-FFC8-C8E3-E314CBB82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381928-99F4-206A-3500-7AA911B107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bike rental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the effect of weather and temperature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weekday and weekend demand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peak rental periods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factors affecting customer behavior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4F35D-27EA-B700-CEDE-F2694D0D45B4}"/>
              </a:ext>
            </a:extLst>
          </p:cNvPr>
          <p:cNvSpPr txBox="1"/>
          <p:nvPr/>
        </p:nvSpPr>
        <p:spPr>
          <a:xfrm>
            <a:off x="759655" y="1420837"/>
            <a:ext cx="57958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objective is to identify patterns affecting bike rental demand and derive meaningful business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078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D5BD-BA56-0D28-A62D-E1B2467C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 Information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DE4DB-7556-9062-68A9-767B6EF8F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-Date and time </a:t>
            </a:r>
          </a:p>
          <a:p>
            <a:r>
              <a:rPr lang="en-IN" dirty="0"/>
              <a:t>- Season – </a:t>
            </a:r>
          </a:p>
          <a:p>
            <a:r>
              <a:rPr lang="en-IN" dirty="0"/>
              <a:t>Weather condition – </a:t>
            </a:r>
          </a:p>
          <a:p>
            <a:r>
              <a:rPr lang="en-IN" dirty="0"/>
              <a:t>Temperature –</a:t>
            </a:r>
          </a:p>
          <a:p>
            <a:r>
              <a:rPr lang="en-IN" dirty="0"/>
              <a:t> Humidity –</a:t>
            </a:r>
          </a:p>
          <a:p>
            <a:r>
              <a:rPr lang="en-IN" dirty="0"/>
              <a:t> Windspeed –</a:t>
            </a:r>
          </a:p>
          <a:p>
            <a:r>
              <a:rPr lang="en-IN" dirty="0"/>
              <a:t> Casual users –</a:t>
            </a:r>
          </a:p>
          <a:p>
            <a:r>
              <a:rPr lang="en-IN" dirty="0"/>
              <a:t> Registered users – </a:t>
            </a:r>
          </a:p>
          <a:p>
            <a:r>
              <a:rPr lang="en-IN" dirty="0"/>
              <a:t>Total rental count </a:t>
            </a:r>
          </a:p>
          <a:p>
            <a:r>
              <a:rPr lang="en-IN" dirty="0"/>
              <a:t>Tools Used: - Microsoft Excel - Pivot Tables - Conditional Formatting - Charts &amp; Graphs</a:t>
            </a:r>
          </a:p>
        </p:txBody>
      </p:sp>
    </p:spTree>
    <p:extLst>
      <p:ext uri="{BB962C8B-B14F-4D97-AF65-F5344CB8AC3E}">
        <p14:creationId xmlns:p14="http://schemas.microsoft.com/office/powerpoint/2010/main" val="2199467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A56D-3382-283E-E09D-3467F385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70246-4638-0FA5-3388-D18A80982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blank values – </a:t>
            </a:r>
          </a:p>
          <a:p>
            <a:r>
              <a:rPr lang="en-US" dirty="0"/>
              <a:t>Checked duplicate records –</a:t>
            </a:r>
          </a:p>
          <a:p>
            <a:r>
              <a:rPr lang="en-US" dirty="0"/>
              <a:t> Fixed decimal values – </a:t>
            </a:r>
          </a:p>
          <a:p>
            <a:r>
              <a:rPr lang="en-US" dirty="0"/>
              <a:t>Converted weekday numbers into names –</a:t>
            </a:r>
          </a:p>
          <a:p>
            <a:r>
              <a:rPr lang="en-US" dirty="0"/>
              <a:t> Merged datasets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21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298A-AD53-1193-EF61-CD929F22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Weekday Rental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4C5C5-10FA-A813-6656-7B303CC5F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Weekday demand was higher compared to weekends.</a:t>
            </a:r>
          </a:p>
          <a:p>
            <a:r>
              <a:rPr lang="en-US" dirty="0"/>
              <a:t> Midweek days showed consistent rental activity. </a:t>
            </a:r>
          </a:p>
          <a:p>
            <a:r>
              <a:rPr lang="en-US" dirty="0"/>
              <a:t> Working days contributed more to bike usage. </a:t>
            </a:r>
          </a:p>
          <a:p>
            <a:r>
              <a:rPr lang="en-US" dirty="0"/>
              <a:t> Insight: Bike-sharing services are commonly used for daily commuting.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367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9A4E-83ED-4286-D002-593A70B5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vs Bike Rentals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EB2FA-011A-65E9-9558-FB38962A3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Rental demand increased during moderate temperatures. </a:t>
            </a:r>
          </a:p>
          <a:p>
            <a:pPr marL="0" indent="0">
              <a:buNone/>
            </a:pPr>
            <a:r>
              <a:rPr lang="en-US" dirty="0"/>
              <a:t> Cold temperatures resulted in lower rentals. </a:t>
            </a:r>
          </a:p>
          <a:p>
            <a:pPr marL="0" indent="0">
              <a:buNone/>
            </a:pPr>
            <a:r>
              <a:rPr lang="en-US" dirty="0"/>
              <a:t> Temperature showed a positive relationship with bike demand.</a:t>
            </a:r>
          </a:p>
          <a:p>
            <a:pPr marL="0" indent="0">
              <a:buNone/>
            </a:pPr>
            <a:r>
              <a:rPr lang="en-US" dirty="0"/>
              <a:t> Scatter Plot Insight: Warmer weather encourages higher     bike usage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315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F501-7D2C-0C93-B378-4795244FD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Windspeed vs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EFD2-A826-E47B-5EA8-211FF4FD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Relationship Between Windspeed and Rentals Correlation Value: -0.9159</a:t>
            </a:r>
          </a:p>
          <a:p>
            <a:r>
              <a:rPr lang="en-IN" dirty="0"/>
              <a:t> Interpretation: - Strong negative relationship </a:t>
            </a:r>
          </a:p>
          <a:p>
            <a:r>
              <a:rPr lang="en-IN" dirty="0"/>
              <a:t> Higher windspeed reduces bike rentals significantly.</a:t>
            </a:r>
          </a:p>
          <a:p>
            <a:r>
              <a:rPr lang="en-IN" dirty="0"/>
              <a:t> Scatter Plot with Trendline Insight: Customers avoid bike rentals during windy conditions. -</a:t>
            </a:r>
          </a:p>
        </p:txBody>
      </p:sp>
    </p:spTree>
    <p:extLst>
      <p:ext uri="{BB962C8B-B14F-4D97-AF65-F5344CB8AC3E}">
        <p14:creationId xmlns:p14="http://schemas.microsoft.com/office/powerpoint/2010/main" val="2391643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43560-650F-1374-DD3E-5DA06EAE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Condition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F9CB-CE4D-A502-6FF4-5F8499F02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Weather Condition Impact Weather categories:</a:t>
            </a:r>
          </a:p>
          <a:p>
            <a:pPr marL="0" indent="0">
              <a:buNone/>
            </a:pPr>
            <a:r>
              <a:rPr lang="en-US" dirty="0"/>
              <a:t> 1 = Clear Weather </a:t>
            </a:r>
          </a:p>
          <a:p>
            <a:pPr marL="0" indent="0">
              <a:buNone/>
            </a:pPr>
            <a:r>
              <a:rPr lang="en-US" dirty="0"/>
              <a:t>2 = Mist / Cloudy </a:t>
            </a:r>
          </a:p>
          <a:p>
            <a:pPr marL="0" indent="0">
              <a:buNone/>
            </a:pPr>
            <a:r>
              <a:rPr lang="en-US" dirty="0"/>
              <a:t>3 = Light Rain / Snow </a:t>
            </a:r>
          </a:p>
          <a:p>
            <a:pPr marL="0" indent="0">
              <a:buNone/>
            </a:pPr>
            <a:r>
              <a:rPr lang="en-US" dirty="0"/>
              <a:t>4 = Heavy Rain / Severe Weather Findings</a:t>
            </a:r>
          </a:p>
          <a:p>
            <a:r>
              <a:rPr lang="en-US" dirty="0"/>
              <a:t> Clear weather had maximum rentals - Rainy conditions reduced demand significantly.</a:t>
            </a:r>
          </a:p>
          <a:p>
            <a:r>
              <a:rPr lang="en-US" dirty="0"/>
              <a:t> Insight: Weather conditions strongly affect customer behavior.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122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6B65-40F0-4CF2-4607-D5A0CA97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Peak Rental Hours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174BB-30DE-2331-7806-BD3842130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Peak demand observed during office hours. </a:t>
            </a:r>
          </a:p>
          <a:p>
            <a:r>
              <a:rPr lang="en-US" dirty="0"/>
              <a:t> Morning and evening timings showed maximum rentals.</a:t>
            </a:r>
          </a:p>
          <a:p>
            <a:r>
              <a:rPr lang="en-US" dirty="0"/>
              <a:t> Insight: Bike-sharing is widely used for commuting purposes.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8948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77BC-BBB9-F879-A18C-4CF5DA147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A9B0C-0F88-04AA-1DC4-C49EED786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Charts &amp; Graphs Used: - Scatter Plot - Bar Chart - Line Chart. –</a:t>
            </a:r>
          </a:p>
          <a:p>
            <a:r>
              <a:rPr lang="en-US" dirty="0"/>
              <a:t>Pivot Tables </a:t>
            </a:r>
          </a:p>
          <a:p>
            <a:r>
              <a:rPr lang="en-US" dirty="0"/>
              <a:t> Conditional Formatting</a:t>
            </a:r>
          </a:p>
          <a:p>
            <a:r>
              <a:rPr lang="en-US" dirty="0"/>
              <a:t> These visualizations helped identify trends and relationships in the dataset.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089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Rentals: 58,304</a:t>
            </a:r>
          </a:p>
          <a:p>
            <a:r>
              <a:rPr dirty="0"/>
              <a:t>Average Rentals: 58.30</a:t>
            </a:r>
          </a:p>
          <a:p>
            <a:r>
              <a:rPr dirty="0"/>
              <a:t>Maximum Rentals: 249</a:t>
            </a:r>
            <a:endParaRPr lang="en-US" dirty="0"/>
          </a:p>
          <a:p>
            <a:r>
              <a:rPr lang="en-US" dirty="0"/>
              <a:t>Temperature positively affects bike rentals. </a:t>
            </a:r>
          </a:p>
          <a:p>
            <a:r>
              <a:rPr lang="en-US" dirty="0"/>
              <a:t>Windspeed negatively affects demand. </a:t>
            </a:r>
          </a:p>
          <a:p>
            <a:r>
              <a:rPr lang="en-US" dirty="0"/>
              <a:t>Working days have higher rentals. </a:t>
            </a:r>
          </a:p>
          <a:p>
            <a:r>
              <a:rPr lang="en-US" dirty="0"/>
              <a:t> Clear weather increases bike usage. </a:t>
            </a:r>
          </a:p>
          <a:p>
            <a:r>
              <a:rPr lang="en-US" dirty="0"/>
              <a:t> Peak rentals occur during commute hours.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7C1D-A1DE-68B2-C177-2A336FF2B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869D7-D2E2-FC55-A88A-CE05FB7B3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analysis shows that environmental and seasonal factors strongly influence bike-sharing demand. </a:t>
            </a:r>
          </a:p>
          <a:p>
            <a:r>
              <a:rPr lang="en-US" dirty="0"/>
              <a:t>Business recommendations: - Increase bike availability during peak hours. </a:t>
            </a:r>
          </a:p>
          <a:p>
            <a:r>
              <a:rPr lang="en-US" dirty="0"/>
              <a:t> Improve planning during favorable weather.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4123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805</TotalTime>
  <Words>502</Words>
  <Application>Microsoft Office PowerPoint</Application>
  <PresentationFormat>On-screen Show (4:3)</PresentationFormat>
  <Paragraphs>85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Trebuchet MS</vt:lpstr>
      <vt:lpstr>Wingdings 3</vt:lpstr>
      <vt:lpstr>Facet</vt:lpstr>
      <vt:lpstr>Bike Rental Data Analysis</vt:lpstr>
      <vt:lpstr>Project Objectives</vt:lpstr>
      <vt:lpstr>Objective</vt:lpstr>
      <vt:lpstr>Data Set Information</vt:lpstr>
      <vt:lpstr>Data Cleaning</vt:lpstr>
      <vt:lpstr>Weekday Rental Analysis</vt:lpstr>
      <vt:lpstr>Temperature vs Bike Rentals</vt:lpstr>
      <vt:lpstr>Windspeed vs Demand</vt:lpstr>
      <vt:lpstr>Weather Condition Analysis</vt:lpstr>
      <vt:lpstr>Peak Rental Hours</vt:lpstr>
      <vt:lpstr>Data visualization</vt:lpstr>
      <vt:lpstr>Key Metrics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damini sadh</cp:lastModifiedBy>
  <cp:revision>2</cp:revision>
  <dcterms:created xsi:type="dcterms:W3CDTF">2013-01-27T09:14:16Z</dcterms:created>
  <dcterms:modified xsi:type="dcterms:W3CDTF">2026-06-08T11:31:27Z</dcterms:modified>
  <cp:category/>
</cp:coreProperties>
</file>